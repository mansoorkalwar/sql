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F9C2-B774-43C1-9286-36F7A5E21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32736-2BCF-4E36-82BA-278DCFA14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8AA7A-2617-43BE-B1E2-4ADC0307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C2FBF-8101-4C5A-B944-3CF87F846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7064D-033E-4B9A-8242-D5BB18D61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4494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279E-338A-44A9-A562-D324627D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4287A-C9A3-4B2E-A734-1708BDA2A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B65F2-4D0D-4074-94C7-7BF92202A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26644-34EE-45C5-A1FE-6AD9EF7D0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19CB0-0912-405A-A13D-991C3B11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1021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6C46-B831-4496-8F2A-2A07F32B4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37D7-D853-4659-AD3A-CFCED36C8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4DF52-43A5-4E9C-8DC6-DF7F16E7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299C6-2D64-44A9-AFE2-2539EE6C3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1D7C2-9F49-405F-8B37-9757BFE3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16964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6A37-D564-4BAA-919F-02A13D9A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B4675-EDE5-44FB-B718-3C059D9BC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337F0-9033-4926-A8DE-D8686BC97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B7A9E-B648-4CC1-B6AF-4D5ADA35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2A67B-8D44-44FB-B02D-0B03F995F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C9A50-E0D8-4A86-A30E-BBC943C7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0691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D4DD-8C85-460A-B7D5-496233DE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34DE7-8E45-4076-BACE-F0D57835E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F69AE-1273-46C1-9E21-8AEE32D60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075B5-8A7F-40BD-A23E-E452BA80F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867A5-29AB-48CF-A455-778F12227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27F15-0DF2-4362-A440-5CB1CA05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B2AFAB-CB21-4E19-9747-F708433F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9703D5-A2A1-4D74-A3A6-41D91121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6011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ED14-90BD-473D-B03D-2906B6C5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468B33-D055-474F-AE04-FCB6DFDA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E3F5B-FDE5-4810-B355-97E08E02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780A1-CBFA-4787-A15C-F9E7C98C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1608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3AFE47-B915-4671-8074-DD213371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C7C50-1D4B-4B68-8E96-E4244E1C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9E28F-4AAF-48DA-8747-B34DCC09C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328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8A54B-F269-4D75-936D-6FDBA870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18811-B493-4326-AB74-F4540036A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E159B-D1F6-4A5A-8D9C-F8DA741C9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FDCD7-9F4A-4ABA-AAED-621EAC92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A6979-3EF9-492F-8DA6-0F6439F02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ACE96-FEC8-404A-B9AD-53701705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4761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94667-1FBA-448D-936B-477ED7CE8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79F6C6-C654-4440-A7C7-D2DCBA081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9C066-2466-4190-98B6-2D0093643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652C3-A010-4756-B2E3-59227044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CB384-7D65-4514-9405-C5CE6BB2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82A59-5C84-4F38-8818-30CFAA93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701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2F49-63CC-4ED9-9B28-86F164DF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3D87E-A075-4257-AC6B-F04A8B8AD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EC0E0-4FC9-432B-A316-6AF8565AF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13DEA-F918-4C23-914D-DB8720E54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2179-8EED-4460-AA1C-9A6BFCE7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6428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4F90D-7EAB-4BF4-843C-B4CA71856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27087-A55D-44E4-9A64-0AF646491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B8021-2B49-45A1-9E05-7B9BF19F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CAAC0-CC4F-4F60-82EC-583DF9E9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583C5-2F46-4B1A-A3F0-A334811F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805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C3C16-92C9-4344-9307-EB04BAC4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4D1B9-7EAE-4CC8-AEA6-F9DCE29CC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1B329-53EE-43D2-A07A-E605B0E959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C9F2F-E27C-4278-8545-4243594FF039}" type="datetimeFigureOut">
              <a:rPr lang="en-PK" smtClean="0"/>
              <a:t>19/10/2026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240C9-EF9D-46A5-8BE2-D3C3FC637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B71EF-2035-4944-9138-5492EFF21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B1411-506E-47CB-BDE5-303485747C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0767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2B4162-29CE-41A7-890E-9C864AE8A82D}"/>
              </a:ext>
            </a:extLst>
          </p:cNvPr>
          <p:cNvSpPr txBox="1"/>
          <p:nvPr/>
        </p:nvSpPr>
        <p:spPr>
          <a:xfrm>
            <a:off x="1947512" y="1491916"/>
            <a:ext cx="225029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Execute Order</a:t>
            </a:r>
            <a:endParaRPr lang="en-PK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A83BC-CB37-46C5-9616-6C9054CC995B}"/>
              </a:ext>
            </a:extLst>
          </p:cNvPr>
          <p:cNvSpPr txBox="1"/>
          <p:nvPr/>
        </p:nvSpPr>
        <p:spPr>
          <a:xfrm>
            <a:off x="1947512" y="2015136"/>
            <a:ext cx="1825756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FROM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WHERE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GROUP BY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HAVING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SELECT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DISTINCT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2400" dirty="0"/>
              <a:t>ORDER BY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2400" dirty="0"/>
              <a:t>TOP</a:t>
            </a:r>
            <a:endParaRPr lang="en-PK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15A37-8F63-40C8-A3BA-516F6959FCE7}"/>
              </a:ext>
            </a:extLst>
          </p:cNvPr>
          <p:cNvSpPr txBox="1"/>
          <p:nvPr/>
        </p:nvSpPr>
        <p:spPr>
          <a:xfrm>
            <a:off x="6096000" y="2015136"/>
            <a:ext cx="3694986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5. </a:t>
            </a:r>
            <a:r>
              <a:rPr lang="en-US" sz="2400" dirty="0"/>
              <a:t>SELECT DISTINCT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7. </a:t>
            </a:r>
            <a:r>
              <a:rPr lang="en-US" sz="2400" dirty="0"/>
              <a:t>TOP 2</a:t>
            </a:r>
          </a:p>
          <a:p>
            <a:r>
              <a:rPr lang="en-US" sz="2400" dirty="0"/>
              <a:t>	Col1,</a:t>
            </a:r>
          </a:p>
          <a:p>
            <a:r>
              <a:rPr lang="en-US" sz="2400" dirty="0"/>
              <a:t>	SUM(Col2)</a:t>
            </a:r>
          </a:p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</a:t>
            </a:r>
            <a:r>
              <a:rPr lang="en-US" sz="2400" dirty="0"/>
              <a:t>FROM Table</a:t>
            </a:r>
          </a:p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</a:t>
            </a:r>
            <a:r>
              <a:rPr lang="en-US" sz="2400" dirty="0"/>
              <a:t>WHERE Col = 10</a:t>
            </a:r>
          </a:p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</a:t>
            </a:r>
            <a:r>
              <a:rPr lang="en-US" sz="2400" dirty="0"/>
              <a:t>GROUP BY Col1</a:t>
            </a:r>
          </a:p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</a:t>
            </a:r>
            <a:r>
              <a:rPr lang="en-US" sz="2400" dirty="0"/>
              <a:t>HAVING SUM(Col2) &gt; 30</a:t>
            </a:r>
          </a:p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6. </a:t>
            </a:r>
            <a:r>
              <a:rPr lang="en-US" sz="2400" dirty="0"/>
              <a:t>ORDER BY col1 ASC;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6FFA0-A8BF-4A0D-91DD-C28D8D879839}"/>
              </a:ext>
            </a:extLst>
          </p:cNvPr>
          <p:cNvSpPr txBox="1"/>
          <p:nvPr/>
        </p:nvSpPr>
        <p:spPr>
          <a:xfrm>
            <a:off x="6092958" y="1491916"/>
            <a:ext cx="2124171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Coding Order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601502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6</cp:revision>
  <dcterms:created xsi:type="dcterms:W3CDTF">2026-10-19T05:22:06Z</dcterms:created>
  <dcterms:modified xsi:type="dcterms:W3CDTF">2026-10-19T05:29:41Z</dcterms:modified>
</cp:coreProperties>
</file>